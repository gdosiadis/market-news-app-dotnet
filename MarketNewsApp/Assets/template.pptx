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370D-0135-937D-5FC3-6DBFF416E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5B71E-DFD0-4209-AA82-E00F5ADAC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42C3-5878-D930-C1EF-2940742C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08A8B-7DE7-7943-8108-749D218F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F733D-CD07-9DB6-E421-A541FA42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6923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5109-46DF-28B8-2ECC-A768004D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C329E-A9A3-0424-E79B-4237B12F4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A4B5-2041-70A5-410E-4916AA4D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1D1A-A4C7-B145-C450-C000900B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6F0A0-D256-00D3-F70E-5800E6BE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9439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DFCB-1EA7-2710-4C16-A64316D2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C47B5-4139-62FA-9202-5FD295BCE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C9086-1998-6F44-0990-1C4DABBA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6FA1-2C2A-354F-BC0A-0BCFDD6F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CBF0D-DEEB-1DCD-5322-327606FB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37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89B2A-E5AA-2F8A-23BA-04036A39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243C4-5F06-CC25-4F50-AA2096B87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3A839-6427-9D0E-FC02-A16F264DA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4ED2C-7A9F-3705-F3ED-6EAB89B9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0B3F3-04CE-0A9A-5F5D-D032EF49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34EA8-8358-9C12-C76A-3475DD37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478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CAC2-BF18-9E82-48CF-803FE249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F36A2-33AD-993C-E834-099D8AE15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D05CC-D7F0-BBC8-35C6-EC9CB3685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DD894-F6F9-61A8-CA99-78B41855E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1AAE5-3DC1-60C6-16B9-0ABFD90D9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6EE12-8B88-205F-9AEB-50886674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F8338-1ACF-1374-BBC3-FE2A1860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61CD7-3CCB-3809-FB72-BB0FFC77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896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C22E-5B72-A57C-99CE-4739D2E9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8ADD0-D553-EB73-D610-6032F810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ADDCC-80F2-13FD-7364-E15D7DC5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4C1F8-E109-4B72-2836-0008782B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747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A5059-8836-4C0E-D879-E7165956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A26AD-A497-CC88-8B36-12203B82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856D0-83BD-58EA-7D3D-1A2E1659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38434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FC66-F7CB-05E9-6197-3DAE134F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DB9F6-3FD8-1F4F-17E4-6778EBC65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AC1A4-9AB7-490A-DAF6-2F946EA02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0ADA8-CE30-DAE7-0320-12507137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C2583-5964-DEFE-307E-73881042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60548-59B5-1B04-84D4-FF139555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60010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4064-FB41-38C8-0D99-F6BFA3C2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4D5F2-F4CF-8B81-E6A2-2E5CB8E05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E9AF9-4D88-3A28-01A5-B965271DA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C04B3-E50A-53C9-E9F7-4CA20B5A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23310-EDB2-858F-4BC4-1DF2D785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F93DD-E58D-BBB3-C865-C872DEB5C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5749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3565-48BE-68DC-00DA-1E2A909D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5FB49-A245-3F89-F836-8DC41C871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EDA5-C8DA-E314-2A91-4FB78D0D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3B4D0-F898-46CF-AE74-2B4F9A1A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38876-85F5-2AF2-C835-A20BAFCBD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796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D731F-E5AF-3F83-6E83-4E2B90665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50152-E5E6-F700-2B7B-D54905158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EB4A9-70C9-4875-C1C5-802526F8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D11EA-1528-EDB2-8967-E6E0AE8B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D55EC-8DCF-1E64-7EC5-C61E3799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3975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5649A-298C-0A96-C284-A66D3E84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B1C66-A68F-A07E-567A-D2DFE18D0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AE38-A0D1-A75D-6CF3-8210E15C8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FBC09-172E-42E1-8E65-35D005168BA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68E7C-E966-3822-4385-3E9B9DEBF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24FF8-8719-0D25-5D54-60CA06BB3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0FA79-5457-432E-8964-8471574D475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2259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72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Dosiadis Ioannis</dc:creator>
  <cp:lastModifiedBy>Dosiadis Ioannis</cp:lastModifiedBy>
  <cp:revision>1</cp:revision>
  <dcterms:created xsi:type="dcterms:W3CDTF">2026-07-09T08:56:23Z</dcterms:created>
  <dcterms:modified xsi:type="dcterms:W3CDTF">2026-07-09T08:56:23Z</dcterms:modified>
</cp:coreProperties>
</file>